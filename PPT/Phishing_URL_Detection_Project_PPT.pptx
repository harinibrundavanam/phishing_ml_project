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7" r:id="rId8"/>
    <p:sldId id="266" r:id="rId9"/>
    <p:sldId id="260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DF414-6399-4A2B-94B2-361BDD924081}" v="4" dt="2026-09-15T14:18:14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tha Reddy" userId="71701092920b4c6e" providerId="LiveId" clId="{4467402C-58E4-476E-B7B4-B24E2BEE1C7F}"/>
    <pc:docChg chg="undo custSel modSld">
      <pc:chgData name="Bhavitha Reddy" userId="71701092920b4c6e" providerId="LiveId" clId="{4467402C-58E4-476E-B7B4-B24E2BEE1C7F}" dt="2026-09-16T04:37:30.587" v="56" actId="20577"/>
      <pc:docMkLst>
        <pc:docMk/>
      </pc:docMkLst>
      <pc:sldChg chg="modSp mod">
        <pc:chgData name="Bhavitha Reddy" userId="71701092920b4c6e" providerId="LiveId" clId="{4467402C-58E4-476E-B7B4-B24E2BEE1C7F}" dt="2026-09-15T13:41:07.608" v="2" actId="255"/>
        <pc:sldMkLst>
          <pc:docMk/>
          <pc:sldMk cId="0" sldId="258"/>
        </pc:sldMkLst>
        <pc:spChg chg="mod">
          <ac:chgData name="Bhavitha Reddy" userId="71701092920b4c6e" providerId="LiveId" clId="{4467402C-58E4-476E-B7B4-B24E2BEE1C7F}" dt="2026-09-15T13:41:07.608" v="2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Bhavitha Reddy" userId="71701092920b4c6e" providerId="LiveId" clId="{4467402C-58E4-476E-B7B4-B24E2BEE1C7F}" dt="2026-09-15T13:41:00.185" v="1" actId="20578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4:01.414" v="23" actId="14100"/>
        <pc:sldMkLst>
          <pc:docMk/>
          <pc:sldMk cId="0" sldId="259"/>
        </pc:sldMkLst>
        <pc:spChg chg="mod">
          <ac:chgData name="Bhavitha Reddy" userId="71701092920b4c6e" providerId="LiveId" clId="{4467402C-58E4-476E-B7B4-B24E2BEE1C7F}" dt="2026-09-15T13:44:01.414" v="23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4:18:39.145" v="54" actId="255"/>
        <pc:sldMkLst>
          <pc:docMk/>
          <pc:sldMk cId="0" sldId="260"/>
        </pc:sldMkLst>
        <pc:spChg chg="mod">
          <ac:chgData name="Bhavitha Reddy" userId="71701092920b4c6e" providerId="LiveId" clId="{4467402C-58E4-476E-B7B4-B24E2BEE1C7F}" dt="2026-09-15T14:18:39.145" v="54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Bhavitha Reddy" userId="71701092920b4c6e" providerId="LiveId" clId="{4467402C-58E4-476E-B7B4-B24E2BEE1C7F}" dt="2026-09-15T14:18:14.674" v="53" actId="20578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2:53.314" v="7" actId="1076"/>
        <pc:sldMkLst>
          <pc:docMk/>
          <pc:sldMk cId="0" sldId="261"/>
        </pc:sldMkLst>
        <pc:spChg chg="mod">
          <ac:chgData name="Bhavitha Reddy" userId="71701092920b4c6e" providerId="LiveId" clId="{4467402C-58E4-476E-B7B4-B24E2BEE1C7F}" dt="2026-09-15T13:42:53.314" v="7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Bhavitha Reddy" userId="71701092920b4c6e" providerId="LiveId" clId="{4467402C-58E4-476E-B7B4-B24E2BEE1C7F}" dt="2026-09-15T13:42:47.637" v="6" actId="20578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Bhavitha Reddy" userId="71701092920b4c6e" providerId="LiveId" clId="{4467402C-58E4-476E-B7B4-B24E2BEE1C7F}" dt="2026-09-15T14:18:05.657" v="50"/>
        <pc:sldMkLst>
          <pc:docMk/>
          <pc:sldMk cId="0" sldId="262"/>
        </pc:sldMkLst>
        <pc:spChg chg="del mod">
          <ac:chgData name="Bhavitha Reddy" userId="71701092920b4c6e" providerId="LiveId" clId="{4467402C-58E4-476E-B7B4-B24E2BEE1C7F}" dt="2026-09-15T14:18:05.657" v="50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1:26.425" v="3" actId="255"/>
        <pc:sldMkLst>
          <pc:docMk/>
          <pc:sldMk cId="1672422596" sldId="264"/>
        </pc:sldMkLst>
        <pc:spChg chg="mod">
          <ac:chgData name="Bhavitha Reddy" userId="71701092920b4c6e" providerId="LiveId" clId="{4467402C-58E4-476E-B7B4-B24E2BEE1C7F}" dt="2026-09-15T13:41:26.425" v="3" actId="255"/>
          <ac:spMkLst>
            <pc:docMk/>
            <pc:sldMk cId="1672422596" sldId="264"/>
            <ac:spMk id="2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6T04:37:30.587" v="56" actId="20577"/>
        <pc:sldMkLst>
          <pc:docMk/>
          <pc:sldMk cId="3441026644" sldId="265"/>
        </pc:sldMkLst>
        <pc:spChg chg="mod">
          <ac:chgData name="Bhavitha Reddy" userId="71701092920b4c6e" providerId="LiveId" clId="{4467402C-58E4-476E-B7B4-B24E2BEE1C7F}" dt="2026-09-16T04:37:30.587" v="56" actId="20577"/>
          <ac:spMkLst>
            <pc:docMk/>
            <pc:sldMk cId="3441026644" sldId="265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4:44.287" v="30" actId="207"/>
        <pc:sldMkLst>
          <pc:docMk/>
          <pc:sldMk cId="2292750904" sldId="266"/>
        </pc:sldMkLst>
        <pc:spChg chg="mod">
          <ac:chgData name="Bhavitha Reddy" userId="71701092920b4c6e" providerId="LiveId" clId="{4467402C-58E4-476E-B7B4-B24E2BEE1C7F}" dt="2026-09-15T13:44:44.287" v="30" actId="207"/>
          <ac:spMkLst>
            <pc:docMk/>
            <pc:sldMk cId="2292750904" sldId="266"/>
            <ac:spMk id="4" creationId="{00000000-0000-0000-0000-000000000000}"/>
          </ac:spMkLst>
        </pc:spChg>
      </pc:sldChg>
      <pc:sldChg chg="delSp modSp mod">
        <pc:chgData name="Bhavitha Reddy" userId="71701092920b4c6e" providerId="LiveId" clId="{4467402C-58E4-476E-B7B4-B24E2BEE1C7F}" dt="2026-09-15T13:44:48.731" v="32" actId="478"/>
        <pc:sldMkLst>
          <pc:docMk/>
          <pc:sldMk cId="106092222" sldId="267"/>
        </pc:sldMkLst>
        <pc:spChg chg="del mod">
          <ac:chgData name="Bhavitha Reddy" userId="71701092920b4c6e" providerId="LiveId" clId="{4467402C-58E4-476E-B7B4-B24E2BEE1C7F}" dt="2026-09-15T13:44:48.731" v="32" actId="478"/>
          <ac:spMkLst>
            <pc:docMk/>
            <pc:sldMk cId="106092222" sldId="267"/>
            <ac:spMk id="4" creationId="{00000000-0000-0000-0000-000000000000}"/>
          </ac:spMkLst>
        </pc:spChg>
      </pc:sldChg>
      <pc:sldChg chg="delSp modSp mod">
        <pc:chgData name="Bhavitha Reddy" userId="71701092920b4c6e" providerId="LiveId" clId="{4467402C-58E4-476E-B7B4-B24E2BEE1C7F}" dt="2026-09-15T13:49:06.499" v="47"/>
        <pc:sldMkLst>
          <pc:docMk/>
          <pc:sldMk cId="1313543476" sldId="268"/>
        </pc:sldMkLst>
        <pc:spChg chg="del mod">
          <ac:chgData name="Bhavitha Reddy" userId="71701092920b4c6e" providerId="LiveId" clId="{4467402C-58E4-476E-B7B4-B24E2BEE1C7F}" dt="2026-09-15T13:49:06.499" v="47"/>
          <ac:spMkLst>
            <pc:docMk/>
            <pc:sldMk cId="1313543476" sldId="26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401053"/>
            <a:ext cx="9144000" cy="1820779"/>
          </a:xfrm>
        </p:spPr>
        <p:txBody>
          <a:bodyPr/>
          <a:lstStyle/>
          <a:p>
            <a:pPr algn="ctr">
              <a:defRPr sz="3000" b="1">
                <a:solidFill>
                  <a:srgbClr val="BE0000"/>
                </a:solidFill>
              </a:defRPr>
            </a:pPr>
            <a:r>
              <a:rPr dirty="0"/>
              <a:t>Machine Learning (25SC2107E)</a:t>
            </a:r>
          </a:p>
          <a:p>
            <a:pPr algn="ctr">
              <a:defRPr sz="2500" b="1">
                <a:solidFill>
                  <a:srgbClr val="BE0000"/>
                </a:solidFill>
              </a:defRPr>
            </a:pPr>
            <a:r>
              <a:rPr dirty="0"/>
              <a:t>Phishing URL Detection Using Ridge- and Lasso-Regularized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BE0000"/>
                </a:solidFill>
              </a:rPr>
              <a:t>Project Presentation</a:t>
            </a:r>
          </a:p>
          <a:p>
            <a:pPr algn="ctr"/>
            <a:r>
              <a:rPr sz="1800" b="0" dirty="0">
                <a:solidFill>
                  <a:srgbClr val="0069B4"/>
                </a:solidFill>
              </a:rPr>
              <a:t>Team Members: </a:t>
            </a:r>
            <a:endParaRPr lang="en-US" sz="1800" b="0" dirty="0">
              <a:solidFill>
                <a:srgbClr val="0069B4"/>
              </a:solidFill>
            </a:endParaRPr>
          </a:p>
          <a:p>
            <a:pPr algn="ctr"/>
            <a:r>
              <a:rPr lang="en-US" sz="1800" dirty="0">
                <a:solidFill>
                  <a:srgbClr val="0069B4"/>
                </a:solidFill>
              </a:rPr>
              <a:t>Harini 2520030384</a:t>
            </a:r>
          </a:p>
          <a:p>
            <a:pPr algn="ctr"/>
            <a:r>
              <a:rPr lang="en-US" sz="1800" dirty="0">
                <a:solidFill>
                  <a:srgbClr val="0069B4"/>
                </a:solidFill>
              </a:rPr>
              <a:t>Bhavitha 250030551</a:t>
            </a:r>
          </a:p>
          <a:p>
            <a:pPr algn="ctr"/>
            <a:endParaRPr sz="1800" b="0" dirty="0">
              <a:solidFill>
                <a:srgbClr val="0069B4"/>
              </a:solidFill>
            </a:endParaRPr>
          </a:p>
          <a:p>
            <a:pPr algn="ctr"/>
            <a:endParaRPr sz="1800" b="0" dirty="0">
              <a:solidFill>
                <a:srgbClr val="0069B4"/>
              </a:solidFill>
            </a:endParaRPr>
          </a:p>
          <a:p>
            <a:pPr algn="ctr"/>
            <a:r>
              <a:rPr sz="1700" b="0" dirty="0">
                <a:solidFill>
                  <a:srgbClr val="232323"/>
                </a:solidFill>
              </a:rPr>
              <a:t>Under the Esteemed Guidance of</a:t>
            </a:r>
          </a:p>
          <a:p>
            <a:pPr algn="ctr"/>
            <a:r>
              <a:rPr sz="1700" b="1" dirty="0">
                <a:solidFill>
                  <a:srgbClr val="232323"/>
                </a:solidFill>
              </a:rPr>
              <a:t>Faculty Name – Designation &amp;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Contents</a:t>
            </a:r>
          </a:p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835332" y="595406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1234440"/>
            <a:ext cx="6858000" cy="5212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1. Abstract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2. Introduction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3. Literature Survey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4. Problem Statement &amp; Objectives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5. Flow Chart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6. Results / Evaluation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7. Hardware &amp; Software Requirements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8. Conclusion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9.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07672" y="258484"/>
            <a:ext cx="68718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Abstrac</a:t>
            </a:r>
            <a:r>
              <a:rPr lang="en-IN" dirty="0">
                <a:solidFill>
                  <a:schemeClr val="bg1"/>
                </a:solidFill>
              </a:rPr>
              <a:t>t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978408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Phishing is a cybersecurity threat in which attackers use fake websites or misleading URLs to steal sensitive information.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The project classifies URLs as phishing or legitimate using Logistic Regression trained on a dataset containing both classes.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URL features include length, special characters, HTTPS usage, IP-address presence, and suspicious words.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Ridge and Lasso regularization are applied to reduce overfitting and improve prediction.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The models are compared using accuracy, precision, recall, F1-score, and a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Introduction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2971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BE0000"/>
                </a:solidFill>
                <a:latin typeface="Aptos"/>
              </a:rPr>
              <a:t>PHISHING</a:t>
            </a:r>
            <a:br/>
            <a:r>
              <a:rPr sz="2100" b="1">
                <a:solidFill>
                  <a:srgbClr val="BE0000"/>
                </a:solidFill>
                <a:latin typeface="Aptos"/>
              </a:rPr>
              <a:t>A common cybersecurity threat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234440"/>
            <a:ext cx="2971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0069B4"/>
                </a:solidFill>
                <a:latin typeface="Aptos"/>
              </a:rPr>
              <a:t>URL ANALYSIS</a:t>
            </a:r>
            <a:br/>
            <a:r>
              <a:rPr sz="2100" b="1">
                <a:solidFill>
                  <a:srgbClr val="0069B4"/>
                </a:solidFill>
                <a:latin typeface="Aptos"/>
              </a:rPr>
              <a:t>Extract suspicious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2971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BE0000"/>
                </a:solidFill>
                <a:latin typeface="Aptos"/>
              </a:rPr>
              <a:t>ML CLASSIFICATION</a:t>
            </a:r>
            <a:br/>
            <a:r>
              <a:rPr sz="2100" b="1">
                <a:solidFill>
                  <a:srgbClr val="BE0000"/>
                </a:solidFill>
                <a:latin typeface="Aptos"/>
              </a:rPr>
              <a:t>Phishing vs. Legitimate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9601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Phishing URLs may closely resemble genuine URLs, making manual identification difficult.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A machine-learning approach can learn patterns from known phishing and legitimate URLs.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Logistic Regression provides the base classification model, while Ridge and Lasso regularization improve model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4535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r>
              <a:rPr dirty="0"/>
              <a:t>m Statement &amp; Obj</a:t>
            </a:r>
            <a:r>
              <a:rPr lang="en-IN" dirty="0">
                <a:solidFill>
                  <a:schemeClr val="bg1"/>
                </a:solidFill>
              </a:rPr>
              <a:t>Problem</a:t>
            </a:r>
            <a:r>
              <a:rPr dirty="0"/>
              <a:t>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46634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Problem Statement</a:t>
            </a:r>
            <a:br/>
            <a:r>
              <a:rPr sz="1800" b="0">
                <a:solidFill>
                  <a:srgbClr val="232323"/>
                </a:solidFill>
                <a:latin typeface="Aptos"/>
              </a:rPr>
              <a:t>Manual identification of deceptive URLs is difficult because phishing links can look similar to legitimate URLs.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097280"/>
            <a:ext cx="46634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Main Objective</a:t>
            </a:r>
            <a:br/>
            <a:r>
              <a:rPr sz="1800" b="0">
                <a:solidFill>
                  <a:srgbClr val="232323"/>
                </a:solidFill>
                <a:latin typeface="Aptos"/>
              </a:rPr>
              <a:t>Develop an ML-based system that classifies a URL as phishing or legitimate.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4183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Extract meaningful URL-based features.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Train Logistic Regression for classification.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Apply Ridge and Lasso regularization.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Compare the three approaches.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Evaluate using accuracy, precision, recall, F1-score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31836" y="320040"/>
            <a:ext cx="2034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Dataset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Phishing +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Legitimate URLs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788920"/>
            <a:ext cx="320040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Feature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Extraction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Length • Special chars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HTTPS • IP • Words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0" y="2788920"/>
            <a:ext cx="320040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Model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Training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Logistic Regression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Ridge • Lasso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788920"/>
            <a:ext cx="320040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2084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Evaluation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Accuracy • Precision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Recall • F1 •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19" y="2788920"/>
            <a:ext cx="320041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Prediction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Phishing or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Legitimate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80467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The abstract specifies the evaluation metrics but does not provide numerical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Accuracy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Overall correct classifications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2588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Precision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Correct phishing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Recall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Phishing cases successfully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0040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F1-Score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20040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Confusion Matrix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Detailed classification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212080"/>
            <a:ext cx="8046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600" b="1">
                <a:solidFill>
                  <a:srgbClr val="BE0000"/>
                </a:solidFill>
                <a:latin typeface="Aptos"/>
              </a:rPr>
              <a:t>Best-performing model → used to predict whether a new URL is potentially phishing or legitimate.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r>
              <a:rPr dirty="0"/>
              <a:t>Hardware &amp;</a:t>
            </a:r>
            <a:r>
              <a:rPr lang="en-IN" dirty="0"/>
              <a:t> Software Requirements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48056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BE0000"/>
                </a:solidFill>
                <a:latin typeface="Aptos"/>
              </a:rPr>
              <a:t>HARDWARE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3840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Computer / laptop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Processor capable of running ML workloads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Sufficient RAM and storage for the URL dataset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Internet connectivity for dataset / development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234440"/>
            <a:ext cx="448056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0069B4"/>
                </a:solidFill>
                <a:latin typeface="Aptos"/>
              </a:rPr>
              <a:t>SOFTWARE / ML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65960"/>
            <a:ext cx="3840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Python-based machine-learning environment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Dataset of phishing and legitimate URLs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Logistic Regression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Ridge and Lasso regularization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Evaluation using standard classification metrics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Conclusion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4183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project demonstrates a machine-learning approach for detecting potentially unsafe URLs.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URL characteristics can be converted into features for binary classification.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Comparing Logistic Regression with Ridge- and Lasso-regularized versions helps study the effect of regularization.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approach provides practical understanding of phishing detection and regularized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166360"/>
            <a:ext cx="7772400" cy="685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BE0000"/>
                </a:solidFill>
                <a:latin typeface="Aptos"/>
              </a:rPr>
              <a:t>Goal: help users identify potentially phishing URLs before sharing sensitive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93268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Integrate the trained model into a real-time URL checking tool.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Expand the feature set with additional URL and webpage characteristics.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Test the models on larger and more diverse datasets.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Improve prediction performance through feature selection and model tuning.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Provide user-friendly warnings for potentially unsafe websites.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627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Machine Learning (25SC2107E) Phishing URL Detection Using Ridge- and Lasso-Regularized 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bvrvrharini@outlook.com</cp:lastModifiedBy>
  <cp:revision>22</cp:revision>
  <dcterms:created xsi:type="dcterms:W3CDTF">2024-08-29T05:25:00Z</dcterms:created>
  <dcterms:modified xsi:type="dcterms:W3CDTF">2026-10-01T08:37:53Z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